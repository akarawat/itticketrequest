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4"/>
    <p:sldMasterId id="2147483791" r:id="rId5"/>
  </p:sldMasterIdLst>
  <p:notesMasterIdLst>
    <p:notesMasterId r:id="rId13"/>
  </p:notesMasterIdLst>
  <p:handoutMasterIdLst>
    <p:handoutMasterId r:id="rId14"/>
  </p:handoutMasterIdLst>
  <p:sldIdLst>
    <p:sldId id="718" r:id="rId6"/>
    <p:sldId id="719" r:id="rId7"/>
    <p:sldId id="722" r:id="rId8"/>
    <p:sldId id="720" r:id="rId9"/>
    <p:sldId id="723" r:id="rId10"/>
    <p:sldId id="724" r:id="rId11"/>
    <p:sldId id="725" r:id="rId12"/>
  </p:sldIdLst>
  <p:sldSz cx="9144000" cy="5143500" type="screen16x9"/>
  <p:notesSz cx="7315200" cy="96012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38F37"/>
    <a:srgbClr val="66FF66"/>
    <a:srgbClr val="BCFDEA"/>
    <a:srgbClr val="FFFFCC"/>
    <a:srgbClr val="E02630"/>
    <a:srgbClr val="E2001A"/>
    <a:srgbClr val="C10000"/>
    <a:srgbClr val="FFB06E"/>
    <a:srgbClr val="FED3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99" autoAdjust="0"/>
    <p:restoredTop sz="91525" autoAdjust="0"/>
  </p:normalViewPr>
  <p:slideViewPr>
    <p:cSldViewPr snapToGrid="0">
      <p:cViewPr varScale="1">
        <p:scale>
          <a:sx n="134" d="100"/>
          <a:sy n="134" d="100"/>
        </p:scale>
        <p:origin x="65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1F73DD-8C1C-465F-93AD-D5300A7C8B2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CBC3B7-7B79-4D96-9D4F-0731DCCB7B4E}">
      <dgm:prSet/>
      <dgm:spPr/>
      <dgm:t>
        <a:bodyPr/>
        <a:lstStyle/>
        <a:p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</a:rPr>
            <a:t>IT Access Right Request Update V200</a:t>
          </a:r>
        </a:p>
      </dgm:t>
    </dgm:pt>
    <dgm:pt modelId="{F1F732A9-BB35-4FD1-A61B-39231E636CAA}" type="parTrans" cxnId="{D374C9F8-54F6-4DDC-8141-3DFDA44236D5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9753B197-0111-4655-A91F-C1512CA57C4A}" type="sibTrans" cxnId="{D374C9F8-54F6-4DDC-8141-3DFDA44236D5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B1B51C31-6B9A-47CD-89FB-D6C0C35F4C65}" type="pres">
      <dgm:prSet presAssocID="{A61F73DD-8C1C-465F-93AD-D5300A7C8B21}" presName="linear" presStyleCnt="0">
        <dgm:presLayoutVars>
          <dgm:animLvl val="lvl"/>
          <dgm:resizeHandles val="exact"/>
        </dgm:presLayoutVars>
      </dgm:prSet>
      <dgm:spPr/>
    </dgm:pt>
    <dgm:pt modelId="{0C3FB823-AEE8-4EBA-BBCB-669F24B52EC9}" type="pres">
      <dgm:prSet presAssocID="{82CBC3B7-7B79-4D96-9D4F-0731DCCB7B4E}" presName="parentText" presStyleLbl="node1" presStyleIdx="0" presStyleCnt="1" custLinFactNeighborX="163" custLinFactNeighborY="-3280">
        <dgm:presLayoutVars>
          <dgm:chMax val="0"/>
          <dgm:bulletEnabled val="1"/>
        </dgm:presLayoutVars>
      </dgm:prSet>
      <dgm:spPr/>
    </dgm:pt>
  </dgm:ptLst>
  <dgm:cxnLst>
    <dgm:cxn modelId="{91B5B15C-26D6-42D5-B844-AC550503F5CF}" type="presOf" srcId="{A61F73DD-8C1C-465F-93AD-D5300A7C8B21}" destId="{B1B51C31-6B9A-47CD-89FB-D6C0C35F4C65}" srcOrd="0" destOrd="0" presId="urn:microsoft.com/office/officeart/2005/8/layout/vList2"/>
    <dgm:cxn modelId="{6A0CB5EF-DE8A-479E-ABDA-B38DA2597450}" type="presOf" srcId="{82CBC3B7-7B79-4D96-9D4F-0731DCCB7B4E}" destId="{0C3FB823-AEE8-4EBA-BBCB-669F24B52EC9}" srcOrd="0" destOrd="0" presId="urn:microsoft.com/office/officeart/2005/8/layout/vList2"/>
    <dgm:cxn modelId="{D374C9F8-54F6-4DDC-8141-3DFDA44236D5}" srcId="{A61F73DD-8C1C-465F-93AD-D5300A7C8B21}" destId="{82CBC3B7-7B79-4D96-9D4F-0731DCCB7B4E}" srcOrd="0" destOrd="0" parTransId="{F1F732A9-BB35-4FD1-A61B-39231E636CAA}" sibTransId="{9753B197-0111-4655-A91F-C1512CA57C4A}"/>
    <dgm:cxn modelId="{40906963-85F5-4B9C-B8AA-678910783B67}" type="presParOf" srcId="{B1B51C31-6B9A-47CD-89FB-D6C0C35F4C65}" destId="{0C3FB823-AEE8-4EBA-BBCB-669F24B52EC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1F73DD-8C1C-465F-93AD-D5300A7C8B2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CBC3B7-7B79-4D96-9D4F-0731DCCB7B4E}">
      <dgm:prSet/>
      <dgm:spPr/>
      <dgm:t>
        <a:bodyPr/>
        <a:lstStyle/>
        <a:p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</a:rPr>
            <a:t>IT Access Right Request Update V200</a:t>
          </a:r>
        </a:p>
      </dgm:t>
    </dgm:pt>
    <dgm:pt modelId="{F1F732A9-BB35-4FD1-A61B-39231E636CAA}" type="parTrans" cxnId="{D374C9F8-54F6-4DDC-8141-3DFDA44236D5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9753B197-0111-4655-A91F-C1512CA57C4A}" type="sibTrans" cxnId="{D374C9F8-54F6-4DDC-8141-3DFDA44236D5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B1B51C31-6B9A-47CD-89FB-D6C0C35F4C65}" type="pres">
      <dgm:prSet presAssocID="{A61F73DD-8C1C-465F-93AD-D5300A7C8B21}" presName="linear" presStyleCnt="0">
        <dgm:presLayoutVars>
          <dgm:animLvl val="lvl"/>
          <dgm:resizeHandles val="exact"/>
        </dgm:presLayoutVars>
      </dgm:prSet>
      <dgm:spPr/>
    </dgm:pt>
    <dgm:pt modelId="{0C3FB823-AEE8-4EBA-BBCB-669F24B52EC9}" type="pres">
      <dgm:prSet presAssocID="{82CBC3B7-7B79-4D96-9D4F-0731DCCB7B4E}" presName="parentText" presStyleLbl="node1" presStyleIdx="0" presStyleCnt="1" custLinFactNeighborX="163" custLinFactNeighborY="-3280">
        <dgm:presLayoutVars>
          <dgm:chMax val="0"/>
          <dgm:bulletEnabled val="1"/>
        </dgm:presLayoutVars>
      </dgm:prSet>
      <dgm:spPr/>
    </dgm:pt>
  </dgm:ptLst>
  <dgm:cxnLst>
    <dgm:cxn modelId="{91B5B15C-26D6-42D5-B844-AC550503F5CF}" type="presOf" srcId="{A61F73DD-8C1C-465F-93AD-D5300A7C8B21}" destId="{B1B51C31-6B9A-47CD-89FB-D6C0C35F4C65}" srcOrd="0" destOrd="0" presId="urn:microsoft.com/office/officeart/2005/8/layout/vList2"/>
    <dgm:cxn modelId="{6A0CB5EF-DE8A-479E-ABDA-B38DA2597450}" type="presOf" srcId="{82CBC3B7-7B79-4D96-9D4F-0731DCCB7B4E}" destId="{0C3FB823-AEE8-4EBA-BBCB-669F24B52EC9}" srcOrd="0" destOrd="0" presId="urn:microsoft.com/office/officeart/2005/8/layout/vList2"/>
    <dgm:cxn modelId="{D374C9F8-54F6-4DDC-8141-3DFDA44236D5}" srcId="{A61F73DD-8C1C-465F-93AD-D5300A7C8B21}" destId="{82CBC3B7-7B79-4D96-9D4F-0731DCCB7B4E}" srcOrd="0" destOrd="0" parTransId="{F1F732A9-BB35-4FD1-A61B-39231E636CAA}" sibTransId="{9753B197-0111-4655-A91F-C1512CA57C4A}"/>
    <dgm:cxn modelId="{40906963-85F5-4B9C-B8AA-678910783B67}" type="presParOf" srcId="{B1B51C31-6B9A-47CD-89FB-D6C0C35F4C65}" destId="{0C3FB823-AEE8-4EBA-BBCB-669F24B52EC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61F73DD-8C1C-465F-93AD-D5300A7C8B2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CBC3B7-7B79-4D96-9D4F-0731DCCB7B4E}">
      <dgm:prSet/>
      <dgm:spPr/>
      <dgm:t>
        <a:bodyPr/>
        <a:lstStyle/>
        <a:p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</a:rPr>
            <a:t>IT Access Right Request Update V200</a:t>
          </a:r>
        </a:p>
      </dgm:t>
    </dgm:pt>
    <dgm:pt modelId="{F1F732A9-BB35-4FD1-A61B-39231E636CAA}" type="parTrans" cxnId="{D374C9F8-54F6-4DDC-8141-3DFDA44236D5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9753B197-0111-4655-A91F-C1512CA57C4A}" type="sibTrans" cxnId="{D374C9F8-54F6-4DDC-8141-3DFDA44236D5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B1B51C31-6B9A-47CD-89FB-D6C0C35F4C65}" type="pres">
      <dgm:prSet presAssocID="{A61F73DD-8C1C-465F-93AD-D5300A7C8B21}" presName="linear" presStyleCnt="0">
        <dgm:presLayoutVars>
          <dgm:animLvl val="lvl"/>
          <dgm:resizeHandles val="exact"/>
        </dgm:presLayoutVars>
      </dgm:prSet>
      <dgm:spPr/>
    </dgm:pt>
    <dgm:pt modelId="{0C3FB823-AEE8-4EBA-BBCB-669F24B52EC9}" type="pres">
      <dgm:prSet presAssocID="{82CBC3B7-7B79-4D96-9D4F-0731DCCB7B4E}" presName="parentText" presStyleLbl="node1" presStyleIdx="0" presStyleCnt="1" custLinFactNeighborX="163" custLinFactNeighborY="-3280">
        <dgm:presLayoutVars>
          <dgm:chMax val="0"/>
          <dgm:bulletEnabled val="1"/>
        </dgm:presLayoutVars>
      </dgm:prSet>
      <dgm:spPr/>
    </dgm:pt>
  </dgm:ptLst>
  <dgm:cxnLst>
    <dgm:cxn modelId="{91B5B15C-26D6-42D5-B844-AC550503F5CF}" type="presOf" srcId="{A61F73DD-8C1C-465F-93AD-D5300A7C8B21}" destId="{B1B51C31-6B9A-47CD-89FB-D6C0C35F4C65}" srcOrd="0" destOrd="0" presId="urn:microsoft.com/office/officeart/2005/8/layout/vList2"/>
    <dgm:cxn modelId="{6A0CB5EF-DE8A-479E-ABDA-B38DA2597450}" type="presOf" srcId="{82CBC3B7-7B79-4D96-9D4F-0731DCCB7B4E}" destId="{0C3FB823-AEE8-4EBA-BBCB-669F24B52EC9}" srcOrd="0" destOrd="0" presId="urn:microsoft.com/office/officeart/2005/8/layout/vList2"/>
    <dgm:cxn modelId="{D374C9F8-54F6-4DDC-8141-3DFDA44236D5}" srcId="{A61F73DD-8C1C-465F-93AD-D5300A7C8B21}" destId="{82CBC3B7-7B79-4D96-9D4F-0731DCCB7B4E}" srcOrd="0" destOrd="0" parTransId="{F1F732A9-BB35-4FD1-A61B-39231E636CAA}" sibTransId="{9753B197-0111-4655-A91F-C1512CA57C4A}"/>
    <dgm:cxn modelId="{40906963-85F5-4B9C-B8AA-678910783B67}" type="presParOf" srcId="{B1B51C31-6B9A-47CD-89FB-D6C0C35F4C65}" destId="{0C3FB823-AEE8-4EBA-BBCB-669F24B52EC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61F73DD-8C1C-465F-93AD-D5300A7C8B2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CBC3B7-7B79-4D96-9D4F-0731DCCB7B4E}">
      <dgm:prSet/>
      <dgm:spPr/>
      <dgm:t>
        <a:bodyPr/>
        <a:lstStyle/>
        <a:p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</a:rPr>
            <a:t>IT Access Right Request Update V200</a:t>
          </a:r>
        </a:p>
      </dgm:t>
    </dgm:pt>
    <dgm:pt modelId="{F1F732A9-BB35-4FD1-A61B-39231E636CAA}" type="parTrans" cxnId="{D374C9F8-54F6-4DDC-8141-3DFDA44236D5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9753B197-0111-4655-A91F-C1512CA57C4A}" type="sibTrans" cxnId="{D374C9F8-54F6-4DDC-8141-3DFDA44236D5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B1B51C31-6B9A-47CD-89FB-D6C0C35F4C65}" type="pres">
      <dgm:prSet presAssocID="{A61F73DD-8C1C-465F-93AD-D5300A7C8B21}" presName="linear" presStyleCnt="0">
        <dgm:presLayoutVars>
          <dgm:animLvl val="lvl"/>
          <dgm:resizeHandles val="exact"/>
        </dgm:presLayoutVars>
      </dgm:prSet>
      <dgm:spPr/>
    </dgm:pt>
    <dgm:pt modelId="{0C3FB823-AEE8-4EBA-BBCB-669F24B52EC9}" type="pres">
      <dgm:prSet presAssocID="{82CBC3B7-7B79-4D96-9D4F-0731DCCB7B4E}" presName="parentText" presStyleLbl="node1" presStyleIdx="0" presStyleCnt="1" custLinFactNeighborX="163" custLinFactNeighborY="-3280">
        <dgm:presLayoutVars>
          <dgm:chMax val="0"/>
          <dgm:bulletEnabled val="1"/>
        </dgm:presLayoutVars>
      </dgm:prSet>
      <dgm:spPr/>
    </dgm:pt>
  </dgm:ptLst>
  <dgm:cxnLst>
    <dgm:cxn modelId="{91B5B15C-26D6-42D5-B844-AC550503F5CF}" type="presOf" srcId="{A61F73DD-8C1C-465F-93AD-D5300A7C8B21}" destId="{B1B51C31-6B9A-47CD-89FB-D6C0C35F4C65}" srcOrd="0" destOrd="0" presId="urn:microsoft.com/office/officeart/2005/8/layout/vList2"/>
    <dgm:cxn modelId="{6A0CB5EF-DE8A-479E-ABDA-B38DA2597450}" type="presOf" srcId="{82CBC3B7-7B79-4D96-9D4F-0731DCCB7B4E}" destId="{0C3FB823-AEE8-4EBA-BBCB-669F24B52EC9}" srcOrd="0" destOrd="0" presId="urn:microsoft.com/office/officeart/2005/8/layout/vList2"/>
    <dgm:cxn modelId="{D374C9F8-54F6-4DDC-8141-3DFDA44236D5}" srcId="{A61F73DD-8C1C-465F-93AD-D5300A7C8B21}" destId="{82CBC3B7-7B79-4D96-9D4F-0731DCCB7B4E}" srcOrd="0" destOrd="0" parTransId="{F1F732A9-BB35-4FD1-A61B-39231E636CAA}" sibTransId="{9753B197-0111-4655-A91F-C1512CA57C4A}"/>
    <dgm:cxn modelId="{40906963-85F5-4B9C-B8AA-678910783B67}" type="presParOf" srcId="{B1B51C31-6B9A-47CD-89FB-D6C0C35F4C65}" destId="{0C3FB823-AEE8-4EBA-BBCB-669F24B52EC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61F73DD-8C1C-465F-93AD-D5300A7C8B2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CBC3B7-7B79-4D96-9D4F-0731DCCB7B4E}">
      <dgm:prSet/>
      <dgm:spPr/>
      <dgm:t>
        <a:bodyPr/>
        <a:lstStyle/>
        <a:p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</a:rPr>
            <a:t>IT Access Right Request Update V200</a:t>
          </a:r>
        </a:p>
      </dgm:t>
    </dgm:pt>
    <dgm:pt modelId="{F1F732A9-BB35-4FD1-A61B-39231E636CAA}" type="parTrans" cxnId="{D374C9F8-54F6-4DDC-8141-3DFDA44236D5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9753B197-0111-4655-A91F-C1512CA57C4A}" type="sibTrans" cxnId="{D374C9F8-54F6-4DDC-8141-3DFDA44236D5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B1B51C31-6B9A-47CD-89FB-D6C0C35F4C65}" type="pres">
      <dgm:prSet presAssocID="{A61F73DD-8C1C-465F-93AD-D5300A7C8B21}" presName="linear" presStyleCnt="0">
        <dgm:presLayoutVars>
          <dgm:animLvl val="lvl"/>
          <dgm:resizeHandles val="exact"/>
        </dgm:presLayoutVars>
      </dgm:prSet>
      <dgm:spPr/>
    </dgm:pt>
    <dgm:pt modelId="{0C3FB823-AEE8-4EBA-BBCB-669F24B52EC9}" type="pres">
      <dgm:prSet presAssocID="{82CBC3B7-7B79-4D96-9D4F-0731DCCB7B4E}" presName="parentText" presStyleLbl="node1" presStyleIdx="0" presStyleCnt="1" custLinFactNeighborX="163" custLinFactNeighborY="-3280">
        <dgm:presLayoutVars>
          <dgm:chMax val="0"/>
          <dgm:bulletEnabled val="1"/>
        </dgm:presLayoutVars>
      </dgm:prSet>
      <dgm:spPr/>
    </dgm:pt>
  </dgm:ptLst>
  <dgm:cxnLst>
    <dgm:cxn modelId="{91B5B15C-26D6-42D5-B844-AC550503F5CF}" type="presOf" srcId="{A61F73DD-8C1C-465F-93AD-D5300A7C8B21}" destId="{B1B51C31-6B9A-47CD-89FB-D6C0C35F4C65}" srcOrd="0" destOrd="0" presId="urn:microsoft.com/office/officeart/2005/8/layout/vList2"/>
    <dgm:cxn modelId="{6A0CB5EF-DE8A-479E-ABDA-B38DA2597450}" type="presOf" srcId="{82CBC3B7-7B79-4D96-9D4F-0731DCCB7B4E}" destId="{0C3FB823-AEE8-4EBA-BBCB-669F24B52EC9}" srcOrd="0" destOrd="0" presId="urn:microsoft.com/office/officeart/2005/8/layout/vList2"/>
    <dgm:cxn modelId="{D374C9F8-54F6-4DDC-8141-3DFDA44236D5}" srcId="{A61F73DD-8C1C-465F-93AD-D5300A7C8B21}" destId="{82CBC3B7-7B79-4D96-9D4F-0731DCCB7B4E}" srcOrd="0" destOrd="0" parTransId="{F1F732A9-BB35-4FD1-A61B-39231E636CAA}" sibTransId="{9753B197-0111-4655-A91F-C1512CA57C4A}"/>
    <dgm:cxn modelId="{40906963-85F5-4B9C-B8AA-678910783B67}" type="presParOf" srcId="{B1B51C31-6B9A-47CD-89FB-D6C0C35F4C65}" destId="{0C3FB823-AEE8-4EBA-BBCB-669F24B52EC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61F73DD-8C1C-465F-93AD-D5300A7C8B2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CBC3B7-7B79-4D96-9D4F-0731DCCB7B4E}">
      <dgm:prSet/>
      <dgm:spPr/>
      <dgm:t>
        <a:bodyPr/>
        <a:lstStyle/>
        <a:p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</a:rPr>
            <a:t>IT Access Right Request Update V200</a:t>
          </a:r>
        </a:p>
      </dgm:t>
    </dgm:pt>
    <dgm:pt modelId="{F1F732A9-BB35-4FD1-A61B-39231E636CAA}" type="parTrans" cxnId="{D374C9F8-54F6-4DDC-8141-3DFDA44236D5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9753B197-0111-4655-A91F-C1512CA57C4A}" type="sibTrans" cxnId="{D374C9F8-54F6-4DDC-8141-3DFDA44236D5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B1B51C31-6B9A-47CD-89FB-D6C0C35F4C65}" type="pres">
      <dgm:prSet presAssocID="{A61F73DD-8C1C-465F-93AD-D5300A7C8B21}" presName="linear" presStyleCnt="0">
        <dgm:presLayoutVars>
          <dgm:animLvl val="lvl"/>
          <dgm:resizeHandles val="exact"/>
        </dgm:presLayoutVars>
      </dgm:prSet>
      <dgm:spPr/>
    </dgm:pt>
    <dgm:pt modelId="{0C3FB823-AEE8-4EBA-BBCB-669F24B52EC9}" type="pres">
      <dgm:prSet presAssocID="{82CBC3B7-7B79-4D96-9D4F-0731DCCB7B4E}" presName="parentText" presStyleLbl="node1" presStyleIdx="0" presStyleCnt="1" custLinFactNeighborX="163" custLinFactNeighborY="-3280">
        <dgm:presLayoutVars>
          <dgm:chMax val="0"/>
          <dgm:bulletEnabled val="1"/>
        </dgm:presLayoutVars>
      </dgm:prSet>
      <dgm:spPr/>
    </dgm:pt>
  </dgm:ptLst>
  <dgm:cxnLst>
    <dgm:cxn modelId="{91B5B15C-26D6-42D5-B844-AC550503F5CF}" type="presOf" srcId="{A61F73DD-8C1C-465F-93AD-D5300A7C8B21}" destId="{B1B51C31-6B9A-47CD-89FB-D6C0C35F4C65}" srcOrd="0" destOrd="0" presId="urn:microsoft.com/office/officeart/2005/8/layout/vList2"/>
    <dgm:cxn modelId="{6A0CB5EF-DE8A-479E-ABDA-B38DA2597450}" type="presOf" srcId="{82CBC3B7-7B79-4D96-9D4F-0731DCCB7B4E}" destId="{0C3FB823-AEE8-4EBA-BBCB-669F24B52EC9}" srcOrd="0" destOrd="0" presId="urn:microsoft.com/office/officeart/2005/8/layout/vList2"/>
    <dgm:cxn modelId="{D374C9F8-54F6-4DDC-8141-3DFDA44236D5}" srcId="{A61F73DD-8C1C-465F-93AD-D5300A7C8B21}" destId="{82CBC3B7-7B79-4D96-9D4F-0731DCCB7B4E}" srcOrd="0" destOrd="0" parTransId="{F1F732A9-BB35-4FD1-A61B-39231E636CAA}" sibTransId="{9753B197-0111-4655-A91F-C1512CA57C4A}"/>
    <dgm:cxn modelId="{40906963-85F5-4B9C-B8AA-678910783B67}" type="presParOf" srcId="{B1B51C31-6B9A-47CD-89FB-D6C0C35F4C65}" destId="{0C3FB823-AEE8-4EBA-BBCB-669F24B52EC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61F73DD-8C1C-465F-93AD-D5300A7C8B2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CBC3B7-7B79-4D96-9D4F-0731DCCB7B4E}">
      <dgm:prSet/>
      <dgm:spPr/>
      <dgm:t>
        <a:bodyPr/>
        <a:lstStyle/>
        <a:p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</a:rPr>
            <a:t>IT Access Right Request Update V200</a:t>
          </a:r>
        </a:p>
      </dgm:t>
    </dgm:pt>
    <dgm:pt modelId="{F1F732A9-BB35-4FD1-A61B-39231E636CAA}" type="parTrans" cxnId="{D374C9F8-54F6-4DDC-8141-3DFDA44236D5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9753B197-0111-4655-A91F-C1512CA57C4A}" type="sibTrans" cxnId="{D374C9F8-54F6-4DDC-8141-3DFDA44236D5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B1B51C31-6B9A-47CD-89FB-D6C0C35F4C65}" type="pres">
      <dgm:prSet presAssocID="{A61F73DD-8C1C-465F-93AD-D5300A7C8B21}" presName="linear" presStyleCnt="0">
        <dgm:presLayoutVars>
          <dgm:animLvl val="lvl"/>
          <dgm:resizeHandles val="exact"/>
        </dgm:presLayoutVars>
      </dgm:prSet>
      <dgm:spPr/>
    </dgm:pt>
    <dgm:pt modelId="{0C3FB823-AEE8-4EBA-BBCB-669F24B52EC9}" type="pres">
      <dgm:prSet presAssocID="{82CBC3B7-7B79-4D96-9D4F-0731DCCB7B4E}" presName="parentText" presStyleLbl="node1" presStyleIdx="0" presStyleCnt="1" custLinFactNeighborX="163" custLinFactNeighborY="-3280">
        <dgm:presLayoutVars>
          <dgm:chMax val="0"/>
          <dgm:bulletEnabled val="1"/>
        </dgm:presLayoutVars>
      </dgm:prSet>
      <dgm:spPr/>
    </dgm:pt>
  </dgm:ptLst>
  <dgm:cxnLst>
    <dgm:cxn modelId="{91B5B15C-26D6-42D5-B844-AC550503F5CF}" type="presOf" srcId="{A61F73DD-8C1C-465F-93AD-D5300A7C8B21}" destId="{B1B51C31-6B9A-47CD-89FB-D6C0C35F4C65}" srcOrd="0" destOrd="0" presId="urn:microsoft.com/office/officeart/2005/8/layout/vList2"/>
    <dgm:cxn modelId="{6A0CB5EF-DE8A-479E-ABDA-B38DA2597450}" type="presOf" srcId="{82CBC3B7-7B79-4D96-9D4F-0731DCCB7B4E}" destId="{0C3FB823-AEE8-4EBA-BBCB-669F24B52EC9}" srcOrd="0" destOrd="0" presId="urn:microsoft.com/office/officeart/2005/8/layout/vList2"/>
    <dgm:cxn modelId="{D374C9F8-54F6-4DDC-8141-3DFDA44236D5}" srcId="{A61F73DD-8C1C-465F-93AD-D5300A7C8B21}" destId="{82CBC3B7-7B79-4D96-9D4F-0731DCCB7B4E}" srcOrd="0" destOrd="0" parTransId="{F1F732A9-BB35-4FD1-A61B-39231E636CAA}" sibTransId="{9753B197-0111-4655-A91F-C1512CA57C4A}"/>
    <dgm:cxn modelId="{40906963-85F5-4B9C-B8AA-678910783B67}" type="presParOf" srcId="{B1B51C31-6B9A-47CD-89FB-D6C0C35F4C65}" destId="{0C3FB823-AEE8-4EBA-BBCB-669F24B52EC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3FB823-AEE8-4EBA-BBCB-669F24B52EC9}">
      <dsp:nvSpPr>
        <dsp:cNvPr id="0" name=""/>
        <dsp:cNvSpPr/>
      </dsp:nvSpPr>
      <dsp:spPr>
        <a:xfrm>
          <a:off x="0" y="55256"/>
          <a:ext cx="3332895" cy="327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>
                  <a:lumMod val="65000"/>
                  <a:lumOff val="35000"/>
                </a:schemeClr>
              </a:solidFill>
            </a:rPr>
            <a:t>IT Access Right Request Update V200</a:t>
          </a:r>
        </a:p>
      </dsp:txBody>
      <dsp:txXfrm>
        <a:off x="15992" y="71248"/>
        <a:ext cx="3300911" cy="2956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3FB823-AEE8-4EBA-BBCB-669F24B52EC9}">
      <dsp:nvSpPr>
        <dsp:cNvPr id="0" name=""/>
        <dsp:cNvSpPr/>
      </dsp:nvSpPr>
      <dsp:spPr>
        <a:xfrm>
          <a:off x="0" y="55256"/>
          <a:ext cx="3332895" cy="327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>
                  <a:lumMod val="65000"/>
                  <a:lumOff val="35000"/>
                </a:schemeClr>
              </a:solidFill>
            </a:rPr>
            <a:t>IT Access Right Request Update V200</a:t>
          </a:r>
        </a:p>
      </dsp:txBody>
      <dsp:txXfrm>
        <a:off x="15992" y="71248"/>
        <a:ext cx="3300911" cy="2956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3FB823-AEE8-4EBA-BBCB-669F24B52EC9}">
      <dsp:nvSpPr>
        <dsp:cNvPr id="0" name=""/>
        <dsp:cNvSpPr/>
      </dsp:nvSpPr>
      <dsp:spPr>
        <a:xfrm>
          <a:off x="0" y="55256"/>
          <a:ext cx="3332895" cy="327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>
                  <a:lumMod val="65000"/>
                  <a:lumOff val="35000"/>
                </a:schemeClr>
              </a:solidFill>
            </a:rPr>
            <a:t>IT Access Right Request Update V200</a:t>
          </a:r>
        </a:p>
      </dsp:txBody>
      <dsp:txXfrm>
        <a:off x="15992" y="71248"/>
        <a:ext cx="3300911" cy="2956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3FB823-AEE8-4EBA-BBCB-669F24B52EC9}">
      <dsp:nvSpPr>
        <dsp:cNvPr id="0" name=""/>
        <dsp:cNvSpPr/>
      </dsp:nvSpPr>
      <dsp:spPr>
        <a:xfrm>
          <a:off x="0" y="55256"/>
          <a:ext cx="3332895" cy="327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>
                  <a:lumMod val="65000"/>
                  <a:lumOff val="35000"/>
                </a:schemeClr>
              </a:solidFill>
            </a:rPr>
            <a:t>IT Access Right Request Update V200</a:t>
          </a:r>
        </a:p>
      </dsp:txBody>
      <dsp:txXfrm>
        <a:off x="15992" y="71248"/>
        <a:ext cx="3300911" cy="2956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3FB823-AEE8-4EBA-BBCB-669F24B52EC9}">
      <dsp:nvSpPr>
        <dsp:cNvPr id="0" name=""/>
        <dsp:cNvSpPr/>
      </dsp:nvSpPr>
      <dsp:spPr>
        <a:xfrm>
          <a:off x="0" y="55256"/>
          <a:ext cx="3332895" cy="327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>
                  <a:lumMod val="65000"/>
                  <a:lumOff val="35000"/>
                </a:schemeClr>
              </a:solidFill>
            </a:rPr>
            <a:t>IT Access Right Request Update V200</a:t>
          </a:r>
        </a:p>
      </dsp:txBody>
      <dsp:txXfrm>
        <a:off x="15992" y="71248"/>
        <a:ext cx="3300911" cy="2956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3FB823-AEE8-4EBA-BBCB-669F24B52EC9}">
      <dsp:nvSpPr>
        <dsp:cNvPr id="0" name=""/>
        <dsp:cNvSpPr/>
      </dsp:nvSpPr>
      <dsp:spPr>
        <a:xfrm>
          <a:off x="0" y="55256"/>
          <a:ext cx="3332895" cy="327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>
                  <a:lumMod val="65000"/>
                  <a:lumOff val="35000"/>
                </a:schemeClr>
              </a:solidFill>
            </a:rPr>
            <a:t>IT Access Right Request Update V200</a:t>
          </a:r>
        </a:p>
      </dsp:txBody>
      <dsp:txXfrm>
        <a:off x="15992" y="71248"/>
        <a:ext cx="3300911" cy="29561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3FB823-AEE8-4EBA-BBCB-669F24B52EC9}">
      <dsp:nvSpPr>
        <dsp:cNvPr id="0" name=""/>
        <dsp:cNvSpPr/>
      </dsp:nvSpPr>
      <dsp:spPr>
        <a:xfrm>
          <a:off x="0" y="55256"/>
          <a:ext cx="3332895" cy="327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>
                  <a:lumMod val="65000"/>
                  <a:lumOff val="35000"/>
                </a:schemeClr>
              </a:solidFill>
            </a:rPr>
            <a:t>IT Access Right Request Update V200</a:t>
          </a:r>
        </a:p>
      </dsp:txBody>
      <dsp:txXfrm>
        <a:off x="15992" y="71248"/>
        <a:ext cx="3300911" cy="2956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170490" cy="47883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624" tIns="45311" rIns="90624" bIns="45311" numCol="1" anchor="t" anchorCtr="0" compatLnSpc="1">
            <a:prstTxWarp prst="textNoShape">
              <a:avLst/>
            </a:prstTxWarp>
          </a:bodyPr>
          <a:lstStyle>
            <a:lvl1pPr algn="l" defTabSz="907590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002" y="0"/>
            <a:ext cx="3170490" cy="47883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624" tIns="45311" rIns="90624" bIns="45311" numCol="1" anchor="t" anchorCtr="0" compatLnSpc="1">
            <a:prstTxWarp prst="textNoShape">
              <a:avLst/>
            </a:prstTxWarp>
          </a:bodyPr>
          <a:lstStyle>
            <a:lvl1pPr algn="r" defTabSz="907590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1515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119298"/>
            <a:ext cx="3170490" cy="48036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624" tIns="45311" rIns="90624" bIns="45311" numCol="1" anchor="b" anchorCtr="0" compatLnSpc="1">
            <a:prstTxWarp prst="textNoShape">
              <a:avLst/>
            </a:prstTxWarp>
          </a:bodyPr>
          <a:lstStyle>
            <a:lvl1pPr algn="l" defTabSz="907590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1515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002" y="9119298"/>
            <a:ext cx="3170490" cy="48036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624" tIns="45311" rIns="90624" bIns="45311" numCol="1" anchor="b" anchorCtr="0" compatLnSpc="1">
            <a:prstTxWarp prst="textNoShape">
              <a:avLst/>
            </a:prstTxWarp>
          </a:bodyPr>
          <a:lstStyle>
            <a:lvl1pPr algn="r" defTabSz="907590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E07BEB29-BB6E-40D5-B533-06EB4CE8F9A6}" type="slidenum">
              <a:rPr lang="de-CH"/>
              <a:pPr>
                <a:defRPr/>
              </a:pPr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36116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170490" cy="47883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624" tIns="45311" rIns="90624" bIns="45311" numCol="1" anchor="t" anchorCtr="0" compatLnSpc="1">
            <a:prstTxWarp prst="textNoShape">
              <a:avLst/>
            </a:prstTxWarp>
          </a:bodyPr>
          <a:lstStyle>
            <a:lvl1pPr algn="l" defTabSz="907590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002" y="0"/>
            <a:ext cx="3170490" cy="47883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624" tIns="45311" rIns="90624" bIns="45311" numCol="1" anchor="t" anchorCtr="0" compatLnSpc="1">
            <a:prstTxWarp prst="textNoShape">
              <a:avLst/>
            </a:prstTxWarp>
          </a:bodyPr>
          <a:lstStyle>
            <a:lvl1pPr algn="r" defTabSz="907590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304800" y="720725"/>
            <a:ext cx="7926388" cy="4457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0" y="5406815"/>
            <a:ext cx="5852160" cy="347460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624" tIns="45311" rIns="90624" bIns="45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96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19298"/>
            <a:ext cx="3170490" cy="48036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624" tIns="45311" rIns="90624" bIns="45311" numCol="1" anchor="b" anchorCtr="0" compatLnSpc="1">
            <a:prstTxWarp prst="textNoShape">
              <a:avLst/>
            </a:prstTxWarp>
          </a:bodyPr>
          <a:lstStyle>
            <a:lvl1pPr algn="l" defTabSz="907590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696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002" y="9119298"/>
            <a:ext cx="3170490" cy="48036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624" tIns="45311" rIns="90624" bIns="45311" numCol="1" anchor="b" anchorCtr="0" compatLnSpc="1">
            <a:prstTxWarp prst="textNoShape">
              <a:avLst/>
            </a:prstTxWarp>
          </a:bodyPr>
          <a:lstStyle>
            <a:lvl1pPr algn="r" defTabSz="907590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44869D1B-8B15-42B4-9475-67DCEE68A13F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8197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EE818-F136-EF33-B239-58F9514F4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B2E7BF-5F30-AB2F-F044-8606C8798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FA5B9B-2080-BADA-BEDE-430B129D46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998ED-8BA4-DD9A-40BB-28ECD2C4DE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869D1B-8B15-42B4-9475-67DCEE68A13F}" type="slidenum">
              <a:rPr lang="de-DE" smtClean="0"/>
              <a:pPr>
                <a:defRPr/>
              </a:pPr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5331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8779D-C3BB-69E8-BC69-3524C60C8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294A67-CAAF-96BC-0867-1E8E1EEDA0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794521-BF3C-BA1F-AE7D-890620654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B1BA1-882E-2649-F9C0-70CB19987B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869D1B-8B15-42B4-9475-67DCEE68A13F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4077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B8E9D-961E-C963-262F-5796CE186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D0DFFB-4D7A-5916-BEBC-BCF3EC219C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C488FC-5C94-8F52-9E54-5EF604D00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2C92A-ED23-C3B7-CF62-5038DAB770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869D1B-8B15-42B4-9475-67DCEE68A13F}" type="slidenum">
              <a:rPr lang="de-DE" smtClean="0"/>
              <a:pPr>
                <a:defRPr/>
              </a:pPr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8297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70CC4-00B0-8D18-63F6-2086BFAA4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A1921A-DDB2-FD14-AE8A-9985B0F19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DA7E7A-A8A3-57AC-3F54-FDC4FA710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10330-2C34-869B-BB9C-63FAF32D6F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869D1B-8B15-42B4-9475-67DCEE68A13F}" type="slidenum">
              <a:rPr lang="de-DE" smtClean="0"/>
              <a:pPr>
                <a:defRPr/>
              </a:pPr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9711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4331A-9574-AFC5-F5CE-8A5AE3716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159751-841B-B398-948A-16D52F55E9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7C9606-E05F-D6CF-9DB0-773343CC2F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58B6B-A9AE-8133-2284-06087A60BE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869D1B-8B15-42B4-9475-67DCEE68A13F}" type="slidenum">
              <a:rPr lang="de-DE" smtClean="0"/>
              <a:pPr>
                <a:defRPr/>
              </a:pPr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3116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4DC86-FBBE-9599-BA27-51236BCF4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9B4CBA-A77A-0436-DD10-F7028A8D59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F8956C-A792-DD2E-8D21-A8490CEDC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812EA-D678-D65C-F4B1-49BE301BFF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869D1B-8B15-42B4-9475-67DCEE68A13F}" type="slidenum">
              <a:rPr lang="de-DE" smtClean="0"/>
              <a:pPr>
                <a:defRPr/>
              </a:pPr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6756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C152A-F7DC-39FD-238C-8F8F57BA6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C618AA-6371-DF12-B327-09A4B8711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DB3146-C1D4-9939-A9BE-0D6FE5D06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0B36A-5669-1059-5125-F13102F439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869D1B-8B15-42B4-9475-67DCEE68A13F}" type="slidenum">
              <a:rPr lang="de-DE" smtClean="0"/>
              <a:pPr>
                <a:defRPr/>
              </a:pPr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73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85801" y="895350"/>
            <a:ext cx="6400800" cy="2590800"/>
          </a:xfrm>
        </p:spPr>
        <p:txBody>
          <a:bodyPr/>
          <a:lstStyle>
            <a:lvl1pPr algn="l">
              <a:defRPr sz="4000" kern="300" baseline="0"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Edit Headline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207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16590" y="1188000"/>
            <a:ext cx="7598549" cy="3010644"/>
          </a:xfrm>
          <a:prstGeom prst="rect">
            <a:avLst/>
          </a:prstGeo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tabLst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A932292-B6D6-68DF-B67C-096091D12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60000"/>
            <a:ext cx="8143750" cy="475818"/>
          </a:xfrm>
        </p:spPr>
        <p:txBody>
          <a:bodyPr anchor="t" anchorCtr="0"/>
          <a:lstStyle>
            <a:lvl1pPr>
              <a:defRPr sz="2800" kern="300" baseline="0"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Edit Headline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91816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16590" y="1188000"/>
            <a:ext cx="7598549" cy="3010644"/>
          </a:xfrm>
          <a:prstGeom prst="rect">
            <a:avLst/>
          </a:prstGeom>
        </p:spPr>
        <p:txBody>
          <a:bodyPr/>
          <a:lstStyle>
            <a:lvl1pPr marL="171450" indent="-171450" algn="l">
              <a:buFont typeface="Arial" panose="020B0604020202020204" pitchFamily="34" charset="0"/>
              <a:buChar char="•"/>
              <a:tabLst/>
              <a:defRPr sz="1800"/>
            </a:lvl1pPr>
            <a:lvl2pPr marL="512763" indent="-150813">
              <a:buSzPct val="100000"/>
              <a:defRPr sz="1800"/>
            </a:lvl2pPr>
            <a:lvl3pPr marL="973138" indent="-166688">
              <a:buSzPct val="100000"/>
              <a:buFont typeface="Arial" panose="020B0604020202020204" pitchFamily="34" charset="0"/>
              <a:buChar char="-"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/>
              <a:t>Second Level</a:t>
            </a:r>
          </a:p>
          <a:p>
            <a:pPr lvl="2"/>
            <a:r>
              <a:rPr lang="de-DE" dirty="0"/>
              <a:t>Third Level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A932292-B6D6-68DF-B67C-096091D12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60000"/>
            <a:ext cx="8143750" cy="475818"/>
          </a:xfrm>
        </p:spPr>
        <p:txBody>
          <a:bodyPr anchor="t" anchorCtr="0"/>
          <a:lstStyle>
            <a:lvl1pPr>
              <a:defRPr sz="2800" kern="300" baseline="0"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Edit Headline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47879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617683" y="1066726"/>
            <a:ext cx="7606330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subhead</a:t>
            </a:r>
            <a:endParaRPr lang="de-DE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8A4B12C8-F5E5-A405-5A69-603ACBC03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60000"/>
            <a:ext cx="8143750" cy="475818"/>
          </a:xfrm>
        </p:spPr>
        <p:txBody>
          <a:bodyPr anchor="t" anchorCtr="0"/>
          <a:lstStyle>
            <a:lvl1pPr>
              <a:defRPr sz="2800" kern="300" baseline="0"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Edit Headline</a:t>
            </a:r>
            <a:endParaRPr lang="de-CH"/>
          </a:p>
        </p:txBody>
      </p:sp>
      <p:sp>
        <p:nvSpPr>
          <p:cNvPr id="2" name="Inhaltsplatzhalter 3">
            <a:extLst>
              <a:ext uri="{FF2B5EF4-FFF2-40B4-BE49-F238E27FC236}">
                <a16:creationId xmlns:a16="http://schemas.microsoft.com/office/drawing/2014/main" id="{AF28DF2C-858F-2A2F-637B-6D1966DA17A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724" y="1638301"/>
            <a:ext cx="7609266" cy="2669381"/>
          </a:xfrm>
          <a:prstGeom prst="rect">
            <a:avLst/>
          </a:prstGeo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800"/>
            </a:lvl1pPr>
            <a:lvl2pPr marL="514350" indent="-152400">
              <a:buSzPct val="100000"/>
              <a:buFont typeface="Arial" panose="020B0604020202020204" pitchFamily="34" charset="0"/>
              <a:buChar char="-"/>
              <a:defRPr sz="1800"/>
            </a:lvl2pPr>
            <a:lvl3pPr marL="971550" indent="-165100">
              <a:buSzPct val="100000"/>
              <a:buFont typeface="Arial" panose="020B0604020202020204" pitchFamily="34" charset="0"/>
              <a:buChar char="-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36708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617683" y="1066726"/>
            <a:ext cx="3952750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subhead</a:t>
            </a:r>
            <a:endParaRPr lang="de-DE"/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0C0DFDDA-57BE-04DB-5DF2-41BD1613E3F9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800600" y="1066726"/>
            <a:ext cx="3952750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subhead</a:t>
            </a:r>
            <a:endParaRPr lang="de-DE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B9D4A0D7-D8E1-9FE8-2AC4-17C7131F8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60000"/>
            <a:ext cx="8143750" cy="475818"/>
          </a:xfrm>
        </p:spPr>
        <p:txBody>
          <a:bodyPr anchor="t" anchorCtr="0"/>
          <a:lstStyle>
            <a:lvl1pPr>
              <a:defRPr sz="2800" kern="300" baseline="0"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Edit Headline</a:t>
            </a:r>
            <a:endParaRPr lang="de-CH"/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459E9E71-842B-9120-F01F-B83F5E69FEF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724" y="1638301"/>
            <a:ext cx="3952709" cy="2669381"/>
          </a:xfrm>
          <a:prstGeom prst="rect">
            <a:avLst/>
          </a:prstGeo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800"/>
            </a:lvl1pPr>
            <a:lvl2pPr marL="514350" indent="-152400">
              <a:buSzPct val="100000"/>
              <a:buFont typeface="Arial" panose="020B0604020202020204" pitchFamily="34" charset="0"/>
              <a:buChar char="-"/>
              <a:defRPr sz="1800"/>
            </a:lvl2pPr>
            <a:lvl3pPr marL="971550" indent="-165100">
              <a:buSzPct val="100000"/>
              <a:buFont typeface="Arial" panose="020B0604020202020204" pitchFamily="34" charset="0"/>
              <a:buChar char="-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FF249BC9-AAD5-F215-7030-94DA01BE27CE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4813710" y="1638301"/>
            <a:ext cx="3952709" cy="2669381"/>
          </a:xfrm>
          <a:prstGeom prst="rect">
            <a:avLst/>
          </a:prstGeo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tabLst/>
              <a:defRPr sz="1800"/>
            </a:lvl1pPr>
            <a:lvl2pPr marL="514350" indent="-152400">
              <a:buSzPct val="100000"/>
              <a:buFont typeface="Arial" panose="020B0604020202020204" pitchFamily="34" charset="0"/>
              <a:buChar char="-"/>
              <a:defRPr lang="de-DE" sz="1800" dirty="0">
                <a:solidFill>
                  <a:schemeClr val="tx1"/>
                </a:solidFill>
                <a:latin typeface="+mn-lt"/>
              </a:defRPr>
            </a:lvl2pPr>
            <a:lvl3pPr marL="971550" indent="-165100">
              <a:buSzPct val="100000"/>
              <a:buFont typeface="Arial" panose="020B0604020202020204" pitchFamily="34" charset="0"/>
              <a:buChar char="-"/>
              <a:defRPr lang="de-DE" sz="1800" dirty="0">
                <a:solidFill>
                  <a:schemeClr val="tx1"/>
                </a:solidFill>
                <a:latin typeface="+mn-lt"/>
              </a:defRPr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94000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liederung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40002" y="515875"/>
            <a:ext cx="7705229" cy="489701"/>
          </a:xfrm>
        </p:spPr>
        <p:txBody>
          <a:bodyPr/>
          <a:lstStyle>
            <a:lvl1pPr>
              <a:defRPr baseline="0"/>
            </a:lvl1pPr>
          </a:lstStyle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40002" y="1066726"/>
            <a:ext cx="7712969" cy="47982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40000" y="1638302"/>
            <a:ext cx="7715946" cy="2669381"/>
          </a:xfr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1641572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9721F9FF-891E-DFAF-12DF-A0EE61998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19150"/>
            <a:ext cx="6460503" cy="2895600"/>
          </a:xfrm>
        </p:spPr>
        <p:txBody>
          <a:bodyPr/>
          <a:lstStyle>
            <a:lvl1pPr marL="0" algn="l">
              <a:lnSpc>
                <a:spcPts val="6900"/>
              </a:lnSpc>
              <a:spcBef>
                <a:spcPts val="0"/>
              </a:spcBef>
              <a:defRPr sz="5400" b="0" i="0" kern="300" baseline="0">
                <a:solidFill>
                  <a:schemeClr val="bg1"/>
                </a:solidFill>
                <a:latin typeface="+mn-lt"/>
              </a:defRPr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153952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93B5277-9919-4482-55D7-9BADA3CE21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-1" y="0"/>
            <a:ext cx="523631" cy="5143500"/>
          </a:xfrm>
          <a:prstGeom prst="rect">
            <a:avLst/>
          </a:prstGeom>
          <a:solidFill>
            <a:srgbClr val="E2001A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5261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612000"/>
            <a:ext cx="7100668" cy="435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Edit Headline</a:t>
            </a:r>
          </a:p>
        </p:txBody>
      </p:sp>
      <p:pic>
        <p:nvPicPr>
          <p:cNvPr id="4" name="Inhaltsplatzhalter 20">
            <a:extLst>
              <a:ext uri="{FF2B5EF4-FFF2-40B4-BE49-F238E27FC236}">
                <a16:creationId xmlns:a16="http://schemas.microsoft.com/office/drawing/2014/main" id="{549B0CC6-A2D9-2566-B23F-93C0038F615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938405" y="191182"/>
            <a:ext cx="1255384" cy="24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E003302-0D4D-397A-FD3F-3E17F10D3AB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068" y="4705350"/>
            <a:ext cx="974020" cy="264756"/>
          </a:xfrm>
          <a:prstGeom prst="rect">
            <a:avLst/>
          </a:prstGeom>
        </p:spPr>
      </p:pic>
      <p:sp>
        <p:nvSpPr>
          <p:cNvPr id="9" name="Slide Number Placeholder 15">
            <a:extLst>
              <a:ext uri="{FF2B5EF4-FFF2-40B4-BE49-F238E27FC236}">
                <a16:creationId xmlns:a16="http://schemas.microsoft.com/office/drawing/2014/main" id="{64668358-0F90-453E-5C5C-52C3B7E78AD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547409" y="4777327"/>
            <a:ext cx="139065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fld id="{E9CC8F61-3751-7E48-B78B-CE18EA82C3ED}" type="slidenum">
              <a:rPr lang="en-DE" smtClean="0"/>
              <a:pPr/>
              <a:t>‹#›</a:t>
            </a:fld>
            <a:endParaRPr lang="en-DE" dirty="0"/>
          </a:p>
        </p:txBody>
      </p:sp>
      <p:pic>
        <p:nvPicPr>
          <p:cNvPr id="5" name="Grafik 6" descr="Ein Bild, das Text, Schild, draußen enthält.&#10;&#10;Automatisch generierte Beschreibung">
            <a:extLst>
              <a:ext uri="{FF2B5EF4-FFF2-40B4-BE49-F238E27FC236}">
                <a16:creationId xmlns:a16="http://schemas.microsoft.com/office/drawing/2014/main" id="{2024A1CA-30AA-98B8-DDC6-16EF46F478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74" y="4573489"/>
            <a:ext cx="528478" cy="52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891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7" r:id="rId2"/>
    <p:sldLayoutId id="2147483790" r:id="rId3"/>
    <p:sldLayoutId id="2147483724" r:id="rId4"/>
    <p:sldLayoutId id="2147483741" r:id="rId5"/>
    <p:sldLayoutId id="2147483793" r:id="rId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300" spc="0">
          <a:solidFill>
            <a:schemeClr val="tx2"/>
          </a:solidFill>
          <a:effectLst/>
          <a:latin typeface="+mn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and Of Sean" pitchFamily="2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and Of Sean" pitchFamily="2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and Of Sean" pitchFamily="2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and Of Sean" pitchFamily="2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and Of Sean" pitchFamily="2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and Of Sean" pitchFamily="2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and Of Sean" pitchFamily="2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and Of Sean" pitchFamily="2" charset="-128"/>
        </a:defRPr>
      </a:lvl9pPr>
    </p:titleStyle>
    <p:bodyStyle>
      <a:lvl1pPr marL="266700" indent="-266700" algn="l" rtl="0" eaLnBrk="1" fontAlgn="base" hangingPunct="1">
        <a:spcBef>
          <a:spcPct val="20000"/>
        </a:spcBef>
        <a:spcAft>
          <a:spcPct val="0"/>
        </a:spcAft>
        <a:buBlip>
          <a:blip r:embed="rId11"/>
        </a:buBlip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627063" indent="-265113" algn="l" rtl="0" eaLnBrk="1" fontAlgn="base" hangingPunct="1">
        <a:spcBef>
          <a:spcPct val="20000"/>
        </a:spcBef>
        <a:spcAft>
          <a:spcPct val="0"/>
        </a:spcAft>
        <a:buSzPct val="150000"/>
        <a:buChar char="-"/>
        <a:defRPr>
          <a:solidFill>
            <a:schemeClr val="tx1"/>
          </a:solidFill>
          <a:latin typeface="+mn-lt"/>
        </a:defRPr>
      </a:lvl2pPr>
      <a:lvl3pPr marL="1076325" indent="-269875" algn="l" rtl="0" eaLnBrk="1" fontAlgn="base" hangingPunct="1">
        <a:spcBef>
          <a:spcPct val="20000"/>
        </a:spcBef>
        <a:spcAft>
          <a:spcPct val="0"/>
        </a:spcAft>
        <a:buSzPct val="150000"/>
        <a:buChar char="•"/>
        <a:defRPr>
          <a:solidFill>
            <a:schemeClr val="tx1"/>
          </a:solidFill>
          <a:latin typeface="+mn-lt"/>
        </a:defRPr>
      </a:lvl3pPr>
      <a:lvl4pPr marL="1931988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</a:defRPr>
      </a:lvl4pPr>
      <a:lvl5pPr marL="2339975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AF445B5-8CF0-AD1C-FBC8-17778BFF92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-1" y="0"/>
            <a:ext cx="9144001" cy="5143500"/>
          </a:xfrm>
          <a:prstGeom prst="rect">
            <a:avLst/>
          </a:prstGeom>
          <a:solidFill>
            <a:srgbClr val="E2001A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7" name="Grafik 3" descr="Ein Bild, das Text, Schild, draußen enthält.&#10;&#10;Automatisch generierte Beschreibung">
            <a:extLst>
              <a:ext uri="{FF2B5EF4-FFF2-40B4-BE49-F238E27FC236}">
                <a16:creationId xmlns:a16="http://schemas.microsoft.com/office/drawing/2014/main" id="{0982A10B-6BDB-AB4D-1C9D-9A2879816F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74" y="4573489"/>
            <a:ext cx="528478" cy="528478"/>
          </a:xfrm>
          <a:prstGeom prst="rect">
            <a:avLst/>
          </a:prstGeom>
        </p:spPr>
      </p:pic>
      <p:pic>
        <p:nvPicPr>
          <p:cNvPr id="10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CAC512E-4B84-3DB2-4DB4-3596B1CF77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936" y="4705350"/>
            <a:ext cx="979200" cy="266165"/>
          </a:xfrm>
          <a:prstGeom prst="rect">
            <a:avLst/>
          </a:prstGeom>
        </p:spPr>
      </p:pic>
      <p:sp>
        <p:nvSpPr>
          <p:cNvPr id="45261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612000"/>
            <a:ext cx="7100668" cy="435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Edit Headline</a:t>
            </a:r>
          </a:p>
        </p:txBody>
      </p:sp>
      <p:pic>
        <p:nvPicPr>
          <p:cNvPr id="4" name="Inhaltsplatzhalter 20">
            <a:extLst>
              <a:ext uri="{FF2B5EF4-FFF2-40B4-BE49-F238E27FC236}">
                <a16:creationId xmlns:a16="http://schemas.microsoft.com/office/drawing/2014/main" id="{549B0CC6-A2D9-2566-B23F-93C0038F615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938405" y="191182"/>
            <a:ext cx="1255384" cy="24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lide Number Placeholder 15">
            <a:extLst>
              <a:ext uri="{FF2B5EF4-FFF2-40B4-BE49-F238E27FC236}">
                <a16:creationId xmlns:a16="http://schemas.microsoft.com/office/drawing/2014/main" id="{64668358-0F90-453E-5C5C-52C3B7E78AD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547409" y="4777327"/>
            <a:ext cx="139065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fld id="{E9CC8F61-3751-7E48-B78B-CE18EA82C3ED}" type="slidenum">
              <a:rPr lang="en-DE" smtClean="0">
                <a:solidFill>
                  <a:schemeClr val="bg1"/>
                </a:solidFill>
              </a:rPr>
              <a:pPr/>
              <a:t>‹#›</a:t>
            </a:fld>
            <a:endParaRPr lang="en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004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300" spc="0">
          <a:solidFill>
            <a:schemeClr val="bg1"/>
          </a:solidFill>
          <a:effectLst/>
          <a:latin typeface="+mn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and Of Sean" pitchFamily="2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and Of Sean" pitchFamily="2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and Of Sean" pitchFamily="2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and Of Sean" pitchFamily="2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and Of Sean" pitchFamily="2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and Of Sean" pitchFamily="2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and Of Sean" pitchFamily="2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and Of Sean" pitchFamily="2" charset="-128"/>
        </a:defRPr>
      </a:lvl9pPr>
    </p:titleStyle>
    <p:bodyStyle>
      <a:lvl1pPr marL="266700" indent="-266700" algn="l" rtl="0" eaLnBrk="1" fontAlgn="base" hangingPunct="1">
        <a:spcBef>
          <a:spcPct val="20000"/>
        </a:spcBef>
        <a:spcAft>
          <a:spcPct val="0"/>
        </a:spcAft>
        <a:buBlip>
          <a:blip r:embed="rId6"/>
        </a:buBlip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627063" indent="-265113" algn="l" rtl="0" eaLnBrk="1" fontAlgn="base" hangingPunct="1">
        <a:spcBef>
          <a:spcPct val="20000"/>
        </a:spcBef>
        <a:spcAft>
          <a:spcPct val="0"/>
        </a:spcAft>
        <a:buSzPct val="150000"/>
        <a:buChar char="-"/>
        <a:defRPr>
          <a:solidFill>
            <a:schemeClr val="tx1"/>
          </a:solidFill>
          <a:latin typeface="+mn-lt"/>
        </a:defRPr>
      </a:lvl2pPr>
      <a:lvl3pPr marL="1076325" indent="-269875" algn="l" rtl="0" eaLnBrk="1" fontAlgn="base" hangingPunct="1">
        <a:spcBef>
          <a:spcPct val="20000"/>
        </a:spcBef>
        <a:spcAft>
          <a:spcPct val="0"/>
        </a:spcAft>
        <a:buSzPct val="150000"/>
        <a:buChar char="•"/>
        <a:defRPr>
          <a:solidFill>
            <a:schemeClr val="tx1"/>
          </a:solidFill>
          <a:latin typeface="+mn-lt"/>
        </a:defRPr>
      </a:lvl3pPr>
      <a:lvl4pPr marL="1931988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</a:defRPr>
      </a:lvl4pPr>
      <a:lvl5pPr marL="2339975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C5566-5062-827A-7700-77A5A23C3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A6C2C853-537E-1154-01A4-6A6B9779C5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8340875"/>
              </p:ext>
            </p:extLst>
          </p:nvPr>
        </p:nvGraphicFramePr>
        <p:xfrm>
          <a:off x="810479" y="97610"/>
          <a:ext cx="3332896" cy="4596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A5D03CA1-E5FB-D230-E26F-BD7AA6BDC9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479" y="700762"/>
            <a:ext cx="3322725" cy="18709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CC572C-67AD-4EF0-5A66-0F9E1FFF81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1999" y="700761"/>
            <a:ext cx="4279097" cy="34426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F3D520-FA5F-D0F9-DBD2-747DB1600EED}"/>
              </a:ext>
            </a:extLst>
          </p:cNvPr>
          <p:cNvSpPr txBox="1"/>
          <p:nvPr/>
        </p:nvSpPr>
        <p:spPr>
          <a:xfrm>
            <a:off x="900113" y="2807494"/>
            <a:ext cx="31646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Critical update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Revise User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Requester, Approval, Historical Tracking</a:t>
            </a:r>
          </a:p>
          <a:p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EE9870D-DBE5-9BDD-AA84-4F9B4227015A}"/>
              </a:ext>
            </a:extLst>
          </p:cNvPr>
          <p:cNvSpPr/>
          <p:nvPr/>
        </p:nvSpPr>
        <p:spPr bwMode="auto">
          <a:xfrm>
            <a:off x="3139677" y="1443037"/>
            <a:ext cx="1178719" cy="1128713"/>
          </a:xfrm>
          <a:prstGeom prst="ellipse">
            <a:avLst/>
          </a:prstGeom>
          <a:noFill/>
          <a:ln w="2540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064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834D8-08B2-3CBE-54D6-3985F8C08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3AA603D4-2C7C-1C58-9771-3A1B3D31F967}"/>
              </a:ext>
            </a:extLst>
          </p:cNvPr>
          <p:cNvGraphicFramePr/>
          <p:nvPr/>
        </p:nvGraphicFramePr>
        <p:xfrm>
          <a:off x="810479" y="97610"/>
          <a:ext cx="3332896" cy="4596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8EB9407-21AF-7DC9-7591-B0D7E34E372D}"/>
              </a:ext>
            </a:extLst>
          </p:cNvPr>
          <p:cNvSpPr/>
          <p:nvPr/>
        </p:nvSpPr>
        <p:spPr bwMode="auto">
          <a:xfrm>
            <a:off x="2185651" y="1207295"/>
            <a:ext cx="1525527" cy="421482"/>
          </a:xfrm>
          <a:prstGeom prst="roundRect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800" b="1" dirty="0"/>
              <a:t>User (Employee)</a:t>
            </a:r>
            <a:br>
              <a:rPr lang="en-US" sz="800" b="1" dirty="0"/>
            </a:br>
            <a:r>
              <a:rPr lang="en-US" sz="800" b="1" dirty="0"/>
              <a:t>Access Right Form</a:t>
            </a:r>
            <a:endParaRPr kumimoji="0" lang="en-US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939DC22-1BF1-DD9D-2B04-BB0A0E904134}"/>
              </a:ext>
            </a:extLst>
          </p:cNvPr>
          <p:cNvSpPr/>
          <p:nvPr/>
        </p:nvSpPr>
        <p:spPr bwMode="auto">
          <a:xfrm>
            <a:off x="2185651" y="1821657"/>
            <a:ext cx="1525527" cy="421482"/>
          </a:xfrm>
          <a:prstGeom prst="roundRect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800" b="1" dirty="0"/>
              <a:t>Department Manager</a:t>
            </a:r>
          </a:p>
          <a:p>
            <a:pPr algn="ctr" eaLnBrk="0" hangingPunct="0"/>
            <a:r>
              <a:rPr lang="en-US" sz="800" b="1" dirty="0"/>
              <a:t>Approval</a:t>
            </a:r>
            <a:endParaRPr kumimoji="0" lang="en-US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28A64C2-736E-A6C9-EBAD-2C5ED00DEB7F}"/>
              </a:ext>
            </a:extLst>
          </p:cNvPr>
          <p:cNvSpPr/>
          <p:nvPr/>
        </p:nvSpPr>
        <p:spPr bwMode="auto">
          <a:xfrm>
            <a:off x="2185651" y="2436019"/>
            <a:ext cx="1525527" cy="421482"/>
          </a:xfrm>
          <a:prstGeom prst="roundRect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800" b="1" dirty="0"/>
              <a:t>IT Manager</a:t>
            </a:r>
          </a:p>
          <a:p>
            <a:pPr algn="ctr" eaLnBrk="0" hangingPunct="0"/>
            <a:r>
              <a:rPr lang="en-US" sz="800" b="1" dirty="0"/>
              <a:t>Approval</a:t>
            </a:r>
            <a:endParaRPr kumimoji="0" lang="en-US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BD8DC3B-963B-2844-1E53-00788204F157}"/>
              </a:ext>
            </a:extLst>
          </p:cNvPr>
          <p:cNvSpPr/>
          <p:nvPr/>
        </p:nvSpPr>
        <p:spPr bwMode="auto">
          <a:xfrm>
            <a:off x="2185651" y="3057525"/>
            <a:ext cx="1525527" cy="421482"/>
          </a:xfrm>
          <a:prstGeom prst="roundRect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800" b="1" dirty="0"/>
              <a:t>IT Admin Assign task</a:t>
            </a:r>
            <a:endParaRPr kumimoji="0" lang="en-US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6E907A7-5316-31FE-B3E4-66E16934C0F4}"/>
              </a:ext>
            </a:extLst>
          </p:cNvPr>
          <p:cNvSpPr/>
          <p:nvPr/>
        </p:nvSpPr>
        <p:spPr bwMode="auto">
          <a:xfrm>
            <a:off x="4750255" y="1539478"/>
            <a:ext cx="1525527" cy="564358"/>
          </a:xfrm>
          <a:prstGeom prst="roundRect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r>
              <a:rPr lang="en-US" sz="800" b="1" dirty="0"/>
              <a:t>Person In Charge </a:t>
            </a:r>
          </a:p>
          <a:p>
            <a:pPr eaLnBrk="0" hangingPunct="0"/>
            <a:r>
              <a:rPr kumimoji="0" 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Department Mgr.</a:t>
            </a:r>
          </a:p>
          <a:p>
            <a:pPr eaLnBrk="0" hangingPunct="0"/>
            <a:r>
              <a:rPr kumimoji="0" 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Employee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991063C-84F5-E6BD-0D24-468A0AD74040}"/>
              </a:ext>
            </a:extLst>
          </p:cNvPr>
          <p:cNvCxnSpPr>
            <a:stCxn id="10" idx="2"/>
            <a:endCxn id="14" idx="0"/>
          </p:cNvCxnSpPr>
          <p:nvPr/>
        </p:nvCxnSpPr>
        <p:spPr bwMode="auto">
          <a:xfrm>
            <a:off x="2948415" y="1628777"/>
            <a:ext cx="0" cy="192880"/>
          </a:xfrm>
          <a:prstGeom prst="straightConnector1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93AB06C-93DF-348A-5B6A-2706A99E07FA}"/>
              </a:ext>
            </a:extLst>
          </p:cNvPr>
          <p:cNvCxnSpPr>
            <a:stCxn id="14" idx="2"/>
            <a:endCxn id="15" idx="0"/>
          </p:cNvCxnSpPr>
          <p:nvPr/>
        </p:nvCxnSpPr>
        <p:spPr bwMode="auto">
          <a:xfrm>
            <a:off x="2948415" y="2243139"/>
            <a:ext cx="0" cy="192880"/>
          </a:xfrm>
          <a:prstGeom prst="straightConnector1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7E166D6-9D58-144C-ED00-B3C273980B76}"/>
              </a:ext>
            </a:extLst>
          </p:cNvPr>
          <p:cNvCxnSpPr/>
          <p:nvPr/>
        </p:nvCxnSpPr>
        <p:spPr bwMode="auto">
          <a:xfrm>
            <a:off x="2948415" y="2864645"/>
            <a:ext cx="0" cy="192880"/>
          </a:xfrm>
          <a:prstGeom prst="straightConnector1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F9D23C3-E0AF-3846-21EC-01687BBE4446}"/>
              </a:ext>
            </a:extLst>
          </p:cNvPr>
          <p:cNvSpPr/>
          <p:nvPr/>
        </p:nvSpPr>
        <p:spPr bwMode="auto">
          <a:xfrm>
            <a:off x="4977405" y="2887241"/>
            <a:ext cx="1071225" cy="421482"/>
          </a:xfrm>
          <a:prstGeom prst="roundRect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800" b="1" dirty="0"/>
              <a:t>IT Admin Close Task</a:t>
            </a:r>
            <a:endParaRPr kumimoji="0" lang="en-US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2494890-1586-CF19-8BC2-631A6B7AEF13}"/>
              </a:ext>
            </a:extLst>
          </p:cNvPr>
          <p:cNvSpPr/>
          <p:nvPr/>
        </p:nvSpPr>
        <p:spPr bwMode="auto">
          <a:xfrm>
            <a:off x="4750255" y="2265737"/>
            <a:ext cx="1525526" cy="459603"/>
          </a:xfrm>
          <a:prstGeom prst="roundRect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r>
              <a:rPr lang="en-US" sz="700" b="1" dirty="0"/>
              <a:t>- Cross department Mgr.</a:t>
            </a:r>
          </a:p>
          <a:p>
            <a:pPr eaLnBrk="0" hangingPunct="0"/>
            <a:r>
              <a:rPr lang="en-US" sz="700" b="1" dirty="0"/>
              <a:t>- Employee PIC</a:t>
            </a:r>
            <a:endParaRPr kumimoji="0" lang="en-US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1E18E29-F72C-8611-3E70-D4BDA5EDE15A}"/>
              </a:ext>
            </a:extLst>
          </p:cNvPr>
          <p:cNvCxnSpPr>
            <a:stCxn id="18" idx="2"/>
            <a:endCxn id="36" idx="0"/>
          </p:cNvCxnSpPr>
          <p:nvPr/>
        </p:nvCxnSpPr>
        <p:spPr bwMode="auto">
          <a:xfrm flipH="1">
            <a:off x="5513018" y="2103836"/>
            <a:ext cx="1" cy="161901"/>
          </a:xfrm>
          <a:prstGeom prst="straightConnector1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D2A5D07-6161-91F1-B856-2B8F391EB5A5}"/>
              </a:ext>
            </a:extLst>
          </p:cNvPr>
          <p:cNvCxnSpPr>
            <a:stCxn id="36" idx="2"/>
            <a:endCxn id="32" idx="0"/>
          </p:cNvCxnSpPr>
          <p:nvPr/>
        </p:nvCxnSpPr>
        <p:spPr bwMode="auto">
          <a:xfrm>
            <a:off x="5513018" y="2725340"/>
            <a:ext cx="0" cy="161901"/>
          </a:xfrm>
          <a:prstGeom prst="straightConnector1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C15EE3C6-88F9-9493-0215-BDA0C2FB370B}"/>
              </a:ext>
            </a:extLst>
          </p:cNvPr>
          <p:cNvCxnSpPr>
            <a:stCxn id="16" idx="2"/>
            <a:endCxn id="18" idx="0"/>
          </p:cNvCxnSpPr>
          <p:nvPr/>
        </p:nvCxnSpPr>
        <p:spPr bwMode="auto">
          <a:xfrm rot="5400000" flipH="1" flipV="1">
            <a:off x="3260952" y="1226941"/>
            <a:ext cx="1939529" cy="2564604"/>
          </a:xfrm>
          <a:prstGeom prst="bentConnector5">
            <a:avLst>
              <a:gd name="adj1" fmla="val -11786"/>
              <a:gd name="adj2" fmla="val 50000"/>
              <a:gd name="adj3" fmla="val 111786"/>
            </a:avLst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A1E138F-1569-47CC-B4D9-DDCBC61B79D8}"/>
              </a:ext>
            </a:extLst>
          </p:cNvPr>
          <p:cNvSpPr txBox="1"/>
          <p:nvPr/>
        </p:nvSpPr>
        <p:spPr>
          <a:xfrm>
            <a:off x="810479" y="664369"/>
            <a:ext cx="1375171" cy="276999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Document Flow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457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CDA3C-CEE8-769C-01DB-1ABEEDAE4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21C7AE0F-526D-ECF3-A9AE-5DE66E0B58FA}"/>
              </a:ext>
            </a:extLst>
          </p:cNvPr>
          <p:cNvGraphicFramePr/>
          <p:nvPr/>
        </p:nvGraphicFramePr>
        <p:xfrm>
          <a:off x="810479" y="97610"/>
          <a:ext cx="3332896" cy="4596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12B4F46-02C8-C109-7799-36B73D321120}"/>
              </a:ext>
            </a:extLst>
          </p:cNvPr>
          <p:cNvSpPr txBox="1"/>
          <p:nvPr/>
        </p:nvSpPr>
        <p:spPr>
          <a:xfrm>
            <a:off x="810479" y="664369"/>
            <a:ext cx="3332896" cy="646331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Requester: </a:t>
            </a:r>
            <a:br>
              <a:rPr lang="en-US" sz="1200" b="1" u="sng" dirty="0"/>
            </a:br>
            <a:r>
              <a:rPr lang="en-US" sz="1200" dirty="0"/>
              <a:t>New Request.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For All User with @berninathailand.com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A978A1-9457-EC48-0B88-CF00C6AC55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4894" y="664369"/>
            <a:ext cx="3221775" cy="4279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562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81F94-856D-00C7-90DC-6696D3A73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A5A85EFA-ED05-B827-1C9B-BFF4E1226A70}"/>
              </a:ext>
            </a:extLst>
          </p:cNvPr>
          <p:cNvGraphicFramePr/>
          <p:nvPr/>
        </p:nvGraphicFramePr>
        <p:xfrm>
          <a:off x="810479" y="97610"/>
          <a:ext cx="3332896" cy="4596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ACBB7F6-EBB0-7257-657F-0617E626412C}"/>
              </a:ext>
            </a:extLst>
          </p:cNvPr>
          <p:cNvSpPr txBox="1"/>
          <p:nvPr/>
        </p:nvSpPr>
        <p:spPr>
          <a:xfrm>
            <a:off x="810479" y="664369"/>
            <a:ext cx="3032859" cy="830997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Approver: </a:t>
            </a:r>
            <a:br>
              <a:rPr lang="en-US" sz="1200" dirty="0"/>
            </a:br>
            <a:r>
              <a:rPr lang="en-US" sz="1200" dirty="0"/>
              <a:t>- Manager </a:t>
            </a:r>
          </a:p>
          <a:p>
            <a:r>
              <a:rPr lang="en-US" sz="1200" dirty="0"/>
              <a:t>- Cross department (Require Dep. Mgr.)</a:t>
            </a:r>
            <a:br>
              <a:rPr lang="en-US" sz="1200" dirty="0"/>
            </a:br>
            <a:r>
              <a:rPr lang="en-US" sz="1200" dirty="0"/>
              <a:t>- Employee (PIC).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10C9CF-5C37-F81E-6545-2CC9D78324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9112" y="327411"/>
            <a:ext cx="4638434" cy="457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53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6A8A3-796C-51B9-4058-B596DB3DE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EFF78659-65AF-CDD9-0903-D12E2729E53F}"/>
              </a:ext>
            </a:extLst>
          </p:cNvPr>
          <p:cNvGraphicFramePr/>
          <p:nvPr/>
        </p:nvGraphicFramePr>
        <p:xfrm>
          <a:off x="810479" y="97610"/>
          <a:ext cx="3332896" cy="4596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BDE0360-52ED-5A40-877F-407BD2D563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696" y="725090"/>
            <a:ext cx="5988551" cy="369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249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C89C0-822C-677F-C9B3-DA97C05FA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44381930-6685-B8B8-DF81-256CDE71C298}"/>
              </a:ext>
            </a:extLst>
          </p:cNvPr>
          <p:cNvGraphicFramePr/>
          <p:nvPr/>
        </p:nvGraphicFramePr>
        <p:xfrm>
          <a:off x="810479" y="97610"/>
          <a:ext cx="3332896" cy="4596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679C7DA1-26AD-0ECF-0E97-0946C7B41C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5511" y="671512"/>
            <a:ext cx="6409337" cy="4007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07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6B1CC-D6A8-E8D2-234C-6CA5E675A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5D4F8DC1-D64C-7690-5559-3679C42E448B}"/>
              </a:ext>
            </a:extLst>
          </p:cNvPr>
          <p:cNvGraphicFramePr/>
          <p:nvPr/>
        </p:nvGraphicFramePr>
        <p:xfrm>
          <a:off x="810479" y="97610"/>
          <a:ext cx="3332896" cy="4596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6C88D6D-FD90-70FA-A04C-C3E7CD2A935D}"/>
              </a:ext>
            </a:extLst>
          </p:cNvPr>
          <p:cNvSpPr txBox="1"/>
          <p:nvPr/>
        </p:nvSpPr>
        <p:spPr>
          <a:xfrm>
            <a:off x="3055570" y="2110085"/>
            <a:ext cx="3032859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endParaRPr lang="en-US" sz="1200" dirty="0"/>
          </a:p>
          <a:p>
            <a:pPr algn="ctr"/>
            <a:r>
              <a:rPr lang="en-US" sz="1800" dirty="0"/>
              <a:t>Thanks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7911293"/>
      </p:ext>
    </p:extLst>
  </p:cSld>
  <p:clrMapOvr>
    <a:masterClrMapping/>
  </p:clrMapOvr>
</p:sld>
</file>

<file path=ppt/theme/theme1.xml><?xml version="1.0" encoding="utf-8"?>
<a:theme xmlns:a="http://schemas.openxmlformats.org/drawingml/2006/main" name="BERNINA">
  <a:themeElements>
    <a:clrScheme name="FOR_Leer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FOR_Leer">
      <a:majorFont>
        <a:latin typeface="Hand Of Sean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OR_Le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R_Le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R_Le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R_Le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R_Le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R_Le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R_Le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R_Le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R_Le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R_Le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R_Le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R_Le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610.106.EN_TE_Master_Business_Style_16-9.pptx" id="{15C11C00-2A42-4EE5-AC21-1B7C3D12096F}" vid="{E37267A5-6DC6-4747-9E84-D98A88843520}"/>
    </a:ext>
  </a:extLst>
</a:theme>
</file>

<file path=ppt/theme/theme2.xml><?xml version="1.0" encoding="utf-8"?>
<a:theme xmlns:a="http://schemas.openxmlformats.org/drawingml/2006/main" name="Divider Page">
  <a:themeElements>
    <a:clrScheme name="FOR_Leer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FOR_Leer">
      <a:majorFont>
        <a:latin typeface="Hand Of Sean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OR_Le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R_Le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R_Le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R_Le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R_Le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R_Le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R_Le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R_Le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R_Le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R_Le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R_Le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R_Le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610.106.EN_TE_Master_Business_Style_16-9.pptx" id="{15C11C00-2A42-4EE5-AC21-1B7C3D12096F}" vid="{E37267A5-6DC6-4747-9E84-D98A88843520}"/>
    </a:ext>
  </a:extLst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95A9038EE78B41B8F490EB788A8A44" ma:contentTypeVersion="3" ma:contentTypeDescription="Create a new document." ma:contentTypeScope="" ma:versionID="4ae8893c01e3992e31a428bb162ec907">
  <xsd:schema xmlns:xsd="http://www.w3.org/2001/XMLSchema" xmlns:xs="http://www.w3.org/2001/XMLSchema" xmlns:p="http://schemas.microsoft.com/office/2006/metadata/properties" xmlns:ns2="628b27a0-8156-48fb-9a14-a4a710e11eb7" targetNamespace="http://schemas.microsoft.com/office/2006/metadata/properties" ma:root="true" ma:fieldsID="2750e22aa883c6be6db8837a7fe36fdb" ns2:_="">
    <xsd:import namespace="628b27a0-8156-48fb-9a14-a4a710e11e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8b27a0-8156-48fb-9a14-a4a710e11eb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230780A-0FDB-41E8-B2F7-CEDB29A2B6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28b27a0-8156-48fb-9a14-a4a710e11e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972577D-EA03-427D-927E-658A96BBDECD}">
  <ds:schemaRefs>
    <ds:schemaRef ds:uri="http://purl.org/dc/dcmitype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http://schemas.openxmlformats.org/package/2006/metadata/core-properties"/>
    <ds:schemaRef ds:uri="628b27a0-8156-48fb-9a14-a4a710e11eb7"/>
  </ds:schemaRefs>
</ds:datastoreItem>
</file>

<file path=customXml/itemProps3.xml><?xml version="1.0" encoding="utf-8"?>
<ds:datastoreItem xmlns:ds="http://schemas.openxmlformats.org/officeDocument/2006/customXml" ds:itemID="{C5EF2F25-8B91-4120-94F3-2DD3E6291A4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1e6a757-d2a7-4127-babf-d7adc42e9c73}" enabled="0" method="" siteId="{a1e6a757-d2a7-4127-babf-d7adc42e9c7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610.106.EN_TE_Master_Business_Style_16-9</Template>
  <TotalTime>3815</TotalTime>
  <Words>138</Words>
  <Application>Microsoft Office PowerPoint</Application>
  <PresentationFormat>On-screen Show (16:9)</PresentationFormat>
  <Paragraphs>37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Hand Of Sean</vt:lpstr>
      <vt:lpstr>Arial</vt:lpstr>
      <vt:lpstr>BERNINA</vt:lpstr>
      <vt:lpstr>Divider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BERNINA International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BERNINA PowerPoint Master</dc:title>
  <dc:creator>Fluri Matthias</dc:creator>
  <cp:lastModifiedBy>Sakulchai Panwilai</cp:lastModifiedBy>
  <cp:revision>508</cp:revision>
  <dcterms:created xsi:type="dcterms:W3CDTF">2022-01-07T09:03:45Z</dcterms:created>
  <dcterms:modified xsi:type="dcterms:W3CDTF">2026-03-25T08:16:19Z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0x0101000295A9038EE78B41B8F490EB788A8A44</vt:lpwstr>
  </property>
</Properties>
</file>